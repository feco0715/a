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System and Application Operations Technician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Topic: Computer Networks</a:t>
            </a:r>
          </a:p>
          <a:p>
            <a:pPr lvl="1"/>
            <a:r>
              <a:t>Short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Computer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network connects computers and devices.</a:t>
            </a:r>
          </a:p>
          <a:p>
            <a:pPr/>
            <a:r>
              <a:t>It allows communication and data sharing.</a:t>
            </a:r>
          </a:p>
          <a:p>
            <a:pPr/>
            <a:r>
              <a:t>Example: internet, school networks, company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Networks Are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files and printers.</a:t>
            </a:r>
          </a:p>
          <a:p>
            <a:pPr/>
            <a:r>
              <a:t>Access the internet.</a:t>
            </a:r>
          </a:p>
          <a:p>
            <a:pPr/>
            <a:r>
              <a:t>Support communication between employees.</a:t>
            </a:r>
          </a:p>
          <a:p>
            <a:pPr/>
            <a:r>
              <a:t>Enable cloud services and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the Technician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and configure network devices.</a:t>
            </a:r>
          </a:p>
          <a:p>
            <a:pPr/>
            <a:r>
              <a:t>Monitor network performance.</a:t>
            </a:r>
          </a:p>
          <a:p>
            <a:pPr/>
            <a:r>
              <a:t>Fix connection problems.</a:t>
            </a:r>
          </a:p>
          <a:p>
            <a:pPr/>
            <a:r>
              <a:t>Maintain security and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Network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– connects networks to the internet.</a:t>
            </a:r>
          </a:p>
          <a:p>
            <a:pPr/>
            <a:r>
              <a:t>Switch – connects devices in a local network.</a:t>
            </a:r>
          </a:p>
          <a:p>
            <a:pPr/>
            <a:r>
              <a:t>Access Point – provides Wi‑Fi connection.</a:t>
            </a:r>
          </a:p>
          <a:p>
            <a:pPr/>
            <a:r>
              <a:t>Server – stores and manages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