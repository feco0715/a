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F658BB-166A-4735-BDC7-A8E4832DD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461BCAA-EA7D-4A5C-BFE4-0FF3E8F3C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C65F5D1-AD97-4768-9609-95033BFA4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705-4E86-44AE-B413-986D0C6D7580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B87587C-AA9D-43C0-9A8C-48A1BE252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8430474-7C74-4ECF-BBD7-9425FF5F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2CF-430A-4F76-81C1-96F03E59316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8848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DD9AAD-1F0B-41D6-A3A7-9E1681098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DB49E4-92D3-4A40-9260-D5D9435BE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03EFA81-2F33-4C35-89D2-870BC719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705-4E86-44AE-B413-986D0C6D7580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C09DBBF-0CB8-4E4B-A904-0FDFB238B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9ED2B6B-38FD-4888-A500-85752397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2CF-430A-4F76-81C1-96F03E59316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324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2061E4-35CD-4D5F-928E-D633C2833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4A8C323-4DFF-4E5E-B9DF-99A77A15C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E2036E5-641A-426A-B81C-51D974B1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705-4E86-44AE-B413-986D0C6D7580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26BA365-6916-47BD-BD3E-102409E1C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15FF57D-AEE3-4ECC-A3A8-54F99BFE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2CF-430A-4F76-81C1-96F03E59316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6969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F21079-534D-4B48-BEFE-4A010B630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D469574-42B2-4FDD-9A59-CFB03805E8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CA9AEAB-7E2D-49AC-A4AA-D8E42F97E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71F75BA-B405-40BA-A80D-29015155B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705-4E86-44AE-B413-986D0C6D7580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60E263C-AA61-4D67-ACBC-C94012E19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BAB84D7-8955-4C05-BFF1-4CB4DD41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2CF-430A-4F76-81C1-96F03E59316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5249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D4288F-9F70-475C-9B38-AEDB27F2A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3D4F932-C3B5-403F-A9A0-4A2ED920C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7E8C373-13DE-4962-A035-57633E6B6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86DC56C-B282-4BA0-8851-7EA47EEB1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30FD8F6-D96E-405E-89ED-79F06789C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122C0A4-7549-4F15-B8EB-2E17A9DC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705-4E86-44AE-B413-986D0C6D7580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F1675E6-737F-4186-8899-0ABB3CF7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FA24E0B-D46B-404F-A56E-DE5125D6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2CF-430A-4F76-81C1-96F03E59316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2481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DBBD53-511D-4DBE-B8F6-CF4555B58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7A11FBCC-AF95-4ED8-BB2D-013FC564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705-4E86-44AE-B413-986D0C6D7580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60DD7BA-8913-4419-94B9-B87C697A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C0A75F9-7889-4902-A3FA-E1AE591D4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2CF-430A-4F76-81C1-96F03E59316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133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6B09F4B-1F4D-432A-B924-9DC254E7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705-4E86-44AE-B413-986D0C6D7580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0E38035-3D17-4AD9-B3D7-C172409CE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BEBE587-BAE4-44CD-A809-CD804730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2CF-430A-4F76-81C1-96F03E59316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8900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3EBE36-9857-4723-B9BA-692F337B6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8F8387-5D84-4AD9-ABED-71F175601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FA15060-7D29-4E92-9947-6DE87A8C5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DF2CCF2-76B7-4D4D-9BDB-25558AD28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705-4E86-44AE-B413-986D0C6D7580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47C9BFC-4AAC-4BCD-8FC8-24503F408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B99F496-2115-4487-8EEC-352B30F2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2CF-430A-4F76-81C1-96F03E59316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422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E4640E-BF92-4F1B-8100-735B08AB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C78A1AA9-F0A5-4896-8A73-43BE7F5D6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0F241E7-B55A-4D01-B89E-EA8573DAE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140FF19-7710-4B70-909C-E711FA656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705-4E86-44AE-B413-986D0C6D7580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4ABA104-70C8-4EAC-9366-C44C93634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8FFAD76-DA8E-4D70-BC09-F293D847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2CF-430A-4F76-81C1-96F03E59316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7427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148D52-22B1-4C8C-A9F2-C72D19E39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A7DD44D-C553-46AF-A816-289D001DA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DC9DC66-3A9B-47C9-9436-64E6A870B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705-4E86-44AE-B413-986D0C6D7580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B143766-90DC-49BF-9484-43A409841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D8285F4-09BC-43DD-8AD2-4C59E0DF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2CF-430A-4F76-81C1-96F03E59316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3733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3C4AC133-0A85-4CDF-97DC-A8D7EB974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AD3AD57-0688-46AF-A271-5EFFE778C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F0D2858-A796-4A93-B095-D9971CA3B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D705-4E86-44AE-B413-986D0C6D7580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0F68861-177E-4E99-93EB-CF0F1831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4019F10-C5FE-41A4-99E6-E1067A4B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2CF-430A-4F76-81C1-96F03E59316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644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8621AD8-7E05-490D-945F-BD69A767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F42336D-CD0B-4D70-9D77-4E89FB2B2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F896FE3-7541-46C3-8AA5-4FBECF622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2D705-4E86-44AE-B413-986D0C6D7580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F1862CE-B7CD-48AF-A7B0-65027FB38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1D9372F-43CC-4234-859B-207DDF828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8B2CF-430A-4F76-81C1-96F03E59316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3131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411C2E-A011-4A7B-81D8-05506C856C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/>
              <a:t>TEI Adat- és Elemző Kft</a:t>
            </a:r>
            <a:br>
              <a:rPr lang="hu-HU" b="1" dirty="0"/>
            </a:br>
            <a:r>
              <a:rPr lang="hu-HU" b="1" dirty="0"/>
              <a:t>Hálózat működése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5E9BD2F-125B-4424-B7A4-1386E8F116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</a:t>
            </a:r>
          </a:p>
          <a:p>
            <a:r>
              <a:rPr lang="hu-HU" dirty="0"/>
              <a:t>Patai Dániel és Borsos Ferenc</a:t>
            </a:r>
          </a:p>
        </p:txBody>
      </p:sp>
    </p:spTree>
    <p:extLst>
      <p:ext uri="{BB962C8B-B14F-4D97-AF65-F5344CB8AC3E}">
        <p14:creationId xmlns:p14="http://schemas.microsoft.com/office/powerpoint/2010/main" val="708999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EE2D29-1AC9-4391-9B0F-030855F8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Bevezető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166295E-8C8E-4E0D-9A64-541F2262F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hu-HU" sz="3200" b="1" dirty="0"/>
              <a:t>Cég neve: TEI Adat- és Elemző Kft.</a:t>
            </a:r>
          </a:p>
          <a:p>
            <a:pPr lvl="1"/>
            <a:r>
              <a:rPr lang="hu-HU" sz="2800" b="1" dirty="0"/>
              <a:t>Tudományos Elemző Intézet (TEI)</a:t>
            </a:r>
          </a:p>
          <a:p>
            <a:pPr marL="457200" lvl="1" indent="0">
              <a:buNone/>
            </a:pPr>
            <a:r>
              <a:rPr lang="hu-HU" sz="2800" b="1" dirty="0"/>
              <a:t>Fő tevékenységi területe, hogy külső cégek által felkért szerződések alapján végez kimerítő adatellenőrzést és megvalósítást. </a:t>
            </a:r>
            <a:endParaRPr lang="hu-HU" sz="2800" dirty="0"/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4752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DAE44B-57A8-4625-96A7-DCFA713A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Hálózat részei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4D63107-B44C-433F-AFD8-43E7A8CD8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2498" cy="3484606"/>
          </a:xfrm>
        </p:spPr>
        <p:txBody>
          <a:bodyPr/>
          <a:lstStyle/>
          <a:p>
            <a:endParaRPr lang="hu-HU" sz="2400" dirty="0"/>
          </a:p>
          <a:p>
            <a:pPr marL="0" indent="0">
              <a:buNone/>
            </a:pPr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1787470-A433-471B-9A09-C12078616CA2}"/>
              </a:ext>
            </a:extLst>
          </p:cNvPr>
          <p:cNvSpPr txBox="1"/>
          <p:nvPr/>
        </p:nvSpPr>
        <p:spPr>
          <a:xfrm>
            <a:off x="838199" y="1753300"/>
            <a:ext cx="77017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Tudományos Elemző Intézet (TEI):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/>
              <a:t>A cégek által kért termékek megvalósításával foglalkozik,</a:t>
            </a:r>
          </a:p>
          <a:p>
            <a:r>
              <a:rPr lang="hu-HU" b="1" dirty="0"/>
              <a:t>      rendszergazda , dolgozó és vezető </a:t>
            </a:r>
            <a:r>
              <a:rPr lang="hu-HU" b="1" dirty="0" err="1"/>
              <a:t>vlanokkal</a:t>
            </a:r>
            <a:r>
              <a:rPr lang="hu-HU" b="1" dirty="0"/>
              <a:t> van ellátva</a:t>
            </a:r>
          </a:p>
          <a:p>
            <a:endParaRPr lang="hu-HU" b="1" dirty="0"/>
          </a:p>
          <a:p>
            <a:r>
              <a:rPr lang="hu-HU" b="1" dirty="0"/>
              <a:t>Iroda: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/>
              <a:t>Ez a fő telephely , itt dolgozzák fel a vállalatoktól kért termékeket és dolgozzák fel a laborban.</a:t>
            </a:r>
          </a:p>
          <a:p>
            <a:endParaRPr lang="hu-HU" b="1" dirty="0"/>
          </a:p>
          <a:p>
            <a:r>
              <a:rPr lang="hu-HU" b="1" dirty="0"/>
              <a:t>Bolt: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/>
              <a:t>Itt adjuk el a saját fejlesztésű dolgainkat</a:t>
            </a:r>
          </a:p>
          <a:p>
            <a:endParaRPr lang="hu-HU" b="1" dirty="0"/>
          </a:p>
          <a:p>
            <a:endParaRPr lang="hu-H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b="1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3582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AFEED5-98FF-4E5E-A025-1FF959F5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Használt eszközök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D73D585-0165-420F-B0C0-997B0D4FA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Cisco Routerek: 5db(2911es)</a:t>
            </a:r>
          </a:p>
          <a:p>
            <a:r>
              <a:rPr lang="hu-HU" dirty="0"/>
              <a:t>Wifis Router 1db – Access </a:t>
            </a:r>
            <a:r>
              <a:rPr lang="hu-HU" dirty="0" err="1"/>
              <a:t>Point</a:t>
            </a:r>
            <a:r>
              <a:rPr lang="hu-HU" dirty="0"/>
              <a:t> 1db</a:t>
            </a:r>
          </a:p>
          <a:p>
            <a:r>
              <a:rPr lang="hu-HU" dirty="0" err="1"/>
              <a:t>Switchek</a:t>
            </a:r>
            <a:r>
              <a:rPr lang="hu-HU" dirty="0"/>
              <a:t>: 6db</a:t>
            </a:r>
          </a:p>
          <a:p>
            <a:r>
              <a:rPr lang="hu-HU" dirty="0" err="1"/>
              <a:t>Asa</a:t>
            </a:r>
            <a:r>
              <a:rPr lang="hu-HU" dirty="0"/>
              <a:t> Tűzfal: 1db</a:t>
            </a:r>
          </a:p>
          <a:p>
            <a:r>
              <a:rPr lang="hu-HU" dirty="0"/>
              <a:t>Szerver: 2db(</a:t>
            </a:r>
            <a:r>
              <a:rPr lang="hu-HU" dirty="0" err="1"/>
              <a:t>kiegrevarmer</a:t>
            </a:r>
            <a:r>
              <a:rPr lang="hu-HU" dirty="0"/>
              <a:t>)</a:t>
            </a:r>
          </a:p>
          <a:p>
            <a:r>
              <a:rPr lang="hu-HU" dirty="0"/>
              <a:t>Webkamera:2db</a:t>
            </a:r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40122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3CD838-42E8-4186-B7F0-EC48CDC9E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Dokumentáció részei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330297-4A85-40A5-BE27-33FEA3FFD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966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F87B29CE-D22A-47F7-91A9-0EA657240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9F3D3325-EF90-4BEC-9B07-AB968DEE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 bemutatása</a:t>
            </a:r>
          </a:p>
        </p:txBody>
      </p:sp>
    </p:spTree>
    <p:extLst>
      <p:ext uri="{BB962C8B-B14F-4D97-AF65-F5344CB8AC3E}">
        <p14:creationId xmlns:p14="http://schemas.microsoft.com/office/powerpoint/2010/main" val="361464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14E0F3-FEAB-40EB-A466-92B2D11C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Tudományos Elemző Intézet (TEI)</a:t>
            </a:r>
            <a:br>
              <a:rPr lang="hu-HU" b="1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1BFF7DC-22FD-4065-A21F-BB8340ED4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Alkalmazott technológiák:</a:t>
            </a:r>
          </a:p>
          <a:p>
            <a:pPr lvl="1"/>
            <a:r>
              <a:rPr lang="hu-HU" dirty="0" err="1"/>
              <a:t>Vlanok</a:t>
            </a:r>
            <a:endParaRPr lang="hu-HU" dirty="0"/>
          </a:p>
          <a:p>
            <a:pPr lvl="1"/>
            <a:r>
              <a:rPr lang="hu-HU" dirty="0" err="1"/>
              <a:t>Etherchannel</a:t>
            </a:r>
            <a:endParaRPr lang="hu-HU" dirty="0"/>
          </a:p>
          <a:p>
            <a:pPr lvl="1"/>
            <a:r>
              <a:rPr lang="hu-HU" dirty="0"/>
              <a:t>SSH az eszközök eléréséhez</a:t>
            </a:r>
          </a:p>
          <a:p>
            <a:pPr lvl="1"/>
            <a:r>
              <a:rPr lang="hu-HU" dirty="0"/>
              <a:t>GRE </a:t>
            </a:r>
            <a:r>
              <a:rPr lang="hu-HU" dirty="0" err="1"/>
              <a:t>Tunnel</a:t>
            </a:r>
            <a:endParaRPr lang="hu-HU" dirty="0"/>
          </a:p>
          <a:p>
            <a:pPr lvl="1"/>
            <a:r>
              <a:rPr lang="hu-HU" dirty="0" err="1"/>
              <a:t>Portbiztonság</a:t>
            </a:r>
            <a:endParaRPr lang="hu-HU" dirty="0"/>
          </a:p>
          <a:p>
            <a:pPr lvl="1"/>
            <a:r>
              <a:rPr lang="hu-HU" dirty="0"/>
              <a:t>Rapid PVST+ a </a:t>
            </a:r>
            <a:r>
              <a:rPr lang="hu-HU" dirty="0" err="1"/>
              <a:t>vlanok</a:t>
            </a:r>
            <a:r>
              <a:rPr lang="hu-HU" dirty="0"/>
              <a:t> miatt</a:t>
            </a:r>
          </a:p>
          <a:p>
            <a:pPr lvl="1"/>
            <a:r>
              <a:rPr lang="hu-HU" dirty="0"/>
              <a:t>Statikus NAT</a:t>
            </a:r>
          </a:p>
          <a:p>
            <a:pPr lvl="1"/>
            <a:r>
              <a:rPr lang="hu-HU" dirty="0"/>
              <a:t>OSPF</a:t>
            </a:r>
          </a:p>
          <a:p>
            <a:pPr lvl="1"/>
            <a:endParaRPr lang="hu-HU" dirty="0"/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29172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Microsoft Office PowerPoint</Application>
  <PresentationFormat>Szélesvásznú</PresentationFormat>
  <Paragraphs>38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Office-téma</vt:lpstr>
      <vt:lpstr>TEI Adat- és Elemző Kft Hálózat működése</vt:lpstr>
      <vt:lpstr>Bevezető</vt:lpstr>
      <vt:lpstr>Hálózat részei</vt:lpstr>
      <vt:lpstr>Használt eszközök</vt:lpstr>
      <vt:lpstr>Dokumentáció részei</vt:lpstr>
      <vt:lpstr>A projekt bemutatása</vt:lpstr>
      <vt:lpstr>Tudományos Elemző Intézet (TEI)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remek</dc:title>
  <dc:creator>Vizsgazo</dc:creator>
  <cp:lastModifiedBy>Vizsgazo</cp:lastModifiedBy>
  <cp:revision>9</cp:revision>
  <dcterms:created xsi:type="dcterms:W3CDTF">2026-02-04T08:49:37Z</dcterms:created>
  <dcterms:modified xsi:type="dcterms:W3CDTF">2026-02-04T10:43:35Z</dcterms:modified>
</cp:coreProperties>
</file>